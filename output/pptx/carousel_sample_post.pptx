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Automation is the key to consistency.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Swipe to learn more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use Python to generate all of my LinkedIn carousels while I sleep.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Follow me to learn how to do the same.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