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9144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9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841248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AAAAAA"/>
                </a:solidFill>
              </a:defRPr>
            </a:pPr>
            <a:r>
              <a:t>@DataScientistExplains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841248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08080"/>
                </a:solidFill>
              </a:defRPr>
            </a:pPr>
            <a:r>
              <a:t>1/5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457200"/>
            <a:ext cx="2743200" cy="91440"/>
          </a:xfrm>
          <a:prstGeom prst="rect">
            <a:avLst/>
          </a:prstGeom>
          <a:solidFill>
            <a:srgbClr val="FF7F50"/>
          </a:solidFill>
          <a:ln>
            <a:solidFill>
              <a:srgbClr val="FF7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6400" b="1">
                <a:solidFill>
                  <a:srgbClr val="F0F0F0"/>
                </a:solidFill>
              </a:defRPr>
            </a:pPr>
            <a:r>
              <a:t>{{HOOK_TITLE}}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4864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>
                <a:solidFill>
                  <a:srgbClr val="008080"/>
                </a:solidFill>
              </a:defRPr>
            </a:pPr>
            <a:r>
              <a:t>{{HOOK_SUB}}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9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841248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AAAAAA"/>
                </a:solidFill>
              </a:defRPr>
            </a:pPr>
            <a:r>
              <a:t>@DataScientistExplains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841248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08080"/>
                </a:solidFill>
              </a:defRPr>
            </a:pPr>
            <a:r>
              <a:t>2/5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7F50"/>
                </a:solidFill>
              </a:defRPr>
            </a:pPr>
            <a:r>
              <a:t>HARD-WON LESSONS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0F0F0"/>
                </a:solidFill>
              </a:defRPr>
            </a:pPr>
            <a:r>
              <a:t>{{BODY_1_TITLE}}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004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>
                <a:solidFill>
                  <a:srgbClr val="AAAAAA"/>
                </a:solidFill>
              </a:defRPr>
            </a:pPr>
            <a:r>
              <a:t>{{BODY_1_TEXT}}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9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841248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AAAAAA"/>
                </a:solidFill>
              </a:defRPr>
            </a:pPr>
            <a:r>
              <a:t>@DataScientistExplains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841248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08080"/>
                </a:solidFill>
              </a:defRPr>
            </a:pPr>
            <a:r>
              <a:t>3/5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7F50"/>
                </a:solidFill>
              </a:defRPr>
            </a:pPr>
            <a:r>
              <a:t>HARD-WON LESSONS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0F0F0"/>
                </a:solidFill>
              </a:defRPr>
            </a:pPr>
            <a:r>
              <a:t>{{BODY_2_TITLE}}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004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>
                <a:solidFill>
                  <a:srgbClr val="AAAAAA"/>
                </a:solidFill>
              </a:defRPr>
            </a:pPr>
            <a:r>
              <a:t>{{BODY_2_TEXT}}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9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841248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AAAAAA"/>
                </a:solidFill>
              </a:defRPr>
            </a:pPr>
            <a:r>
              <a:t>@DataScientistExplains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841248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08080"/>
                </a:solidFill>
              </a:defRPr>
            </a:pPr>
            <a:r>
              <a:t>4/5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7F50"/>
                </a:solidFill>
              </a:defRPr>
            </a:pPr>
            <a:r>
              <a:t>HARD-WON LESSONS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0F0F0"/>
                </a:solidFill>
              </a:defRPr>
            </a:pPr>
            <a:r>
              <a:t>{{BODY_3_TITLE}}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004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>
                <a:solidFill>
                  <a:srgbClr val="AAAAAA"/>
                </a:solidFill>
              </a:defRPr>
            </a:pPr>
            <a:r>
              <a:t>{{BODY_3_TEXT}}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9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841248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AAAAAA"/>
                </a:solidFill>
              </a:defRPr>
            </a:pPr>
            <a:r>
              <a:t>@DataScientistExplains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841248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08080"/>
                </a:solidFill>
              </a:defRPr>
            </a:pPr>
            <a:r>
              <a:t>5/5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457200"/>
            <a:ext cx="2743200" cy="91440"/>
          </a:xfrm>
          <a:prstGeom prst="rect">
            <a:avLst/>
          </a:prstGeom>
          <a:solidFill>
            <a:srgbClr val="008080"/>
          </a:solidFill>
          <a:ln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400" b="1">
                <a:solidFill>
                  <a:srgbClr val="F0F0F0"/>
                </a:solidFill>
              </a:defRPr>
            </a:pPr>
            <a:r>
              <a:t>{{CTA_TITLE}}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114800"/>
            <a:ext cx="82296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solidFill>
                  <a:srgbClr val="AAAAAA"/>
                </a:solidFill>
              </a:defRPr>
            </a:pPr>
            <a:r>
              <a:t>{{CTA_TEXT}}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