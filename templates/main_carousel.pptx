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{{TITLE}}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Swipe to learn more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{{BODY}}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{{ACTION}}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