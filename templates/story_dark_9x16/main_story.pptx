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19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1/5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" y="914400"/>
            <a:ext cx="1543050" cy="91440"/>
          </a:xfrm>
          <a:prstGeom prst="rect">
            <a:avLst/>
          </a:prstGeom>
          <a:solidFill>
            <a:srgbClr val="FF7F50"/>
          </a:solidFill>
          <a:ln>
            <a:solidFill>
              <a:srgbClr val="F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1828800"/>
            <a:ext cx="4114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</a:defRPr>
            </a:pPr>
            <a:r>
              <a:t>{{HOOK_TITLE}}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5486400"/>
            <a:ext cx="411480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8080"/>
                </a:solidFill>
              </a:defRPr>
            </a:pPr>
            <a:r>
              <a:t>{{HOOK_SUB}}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19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91440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7F50"/>
                </a:solidFill>
              </a:defRPr>
            </a:pPr>
            <a:r>
              <a:t>HARD-WON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828800"/>
            <a:ext cx="4114800" cy="771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{{BODY_1_TITLE}}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3657600"/>
            <a:ext cx="41148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AAAA"/>
                </a:solidFill>
              </a:defRPr>
            </a:pPr>
            <a:r>
              <a:t>{{BODY_1_TEXT}}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19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91440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7F50"/>
                </a:solidFill>
              </a:defRPr>
            </a:pPr>
            <a:r>
              <a:t>HARD-WON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828800"/>
            <a:ext cx="4114800" cy="771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{{BODY_2_TITLE}}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3657600"/>
            <a:ext cx="41148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AAAA"/>
                </a:solidFill>
              </a:defRPr>
            </a:pPr>
            <a:r>
              <a:t>{{BODY_2_TEXT}}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19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91440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7F50"/>
                </a:solidFill>
              </a:defRPr>
            </a:pPr>
            <a:r>
              <a:t>HARD-WON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828800"/>
            <a:ext cx="4114800" cy="7715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0F0F0"/>
                </a:solidFill>
              </a:defRPr>
            </a:pPr>
            <a:r>
              <a:t>{{BODY_3_TITLE}}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3657600"/>
            <a:ext cx="411480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AAAA"/>
                </a:solidFill>
              </a:defRPr>
            </a:pPr>
            <a:r>
              <a:t>{{BODY_3_TEXT}}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@DataScientistExplains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1900" y="8412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8080"/>
                </a:solidFill>
              </a:defRPr>
            </a:pPr>
            <a:r>
              <a:t>5/5</a:t>
            </a:r>
          </a:p>
        </p:txBody>
      </p:sp>
      <p:sp>
        <p:nvSpPr>
          <p:cNvPr id="4" name="Rectangle 3"/>
          <p:cNvSpPr/>
          <p:nvPr/>
        </p:nvSpPr>
        <p:spPr>
          <a:xfrm>
            <a:off x="514350" y="914400"/>
            <a:ext cx="1543050" cy="9144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1828800"/>
            <a:ext cx="41148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0F0"/>
                </a:solidFill>
              </a:defRPr>
            </a:pPr>
            <a:r>
              <a:t>{{CTA_TITLE}}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4114800"/>
            <a:ext cx="41148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AAAA"/>
                </a:solidFill>
              </a:defRPr>
            </a:pPr>
            <a:r>
              <a:t>{{CTA_TEXT}}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